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'25</c:v>
                  </c:pt>
                  <c:pt idx="1">
                    <c:v>Q2 '25</c:v>
                  </c:pt>
                  <c:pt idx="2">
                    <c:v>Q3 '25</c:v>
                  </c:pt>
                  <c:pt idx="3">
                    <c:v>Q4 '25</c:v>
                  </c:pt>
                  <c:pt idx="4">
                    <c:v>Q1 '26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340</c:v>
                </c:pt>
                <c:pt idx="2">
                  <c:v>520</c:v>
                </c:pt>
                <c:pt idx="3">
                  <c:v>780</c:v>
                </c:pt>
                <c:pt idx="4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BD5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A2E"/>
        </a:solidFill>
        <a:ln>
          <a:noFill/>
        </a:ln>
        <a:effectLst/>
      </c:spPr>
    </c:plotArea>
    <c:plotVisOnly val="1"/>
    <c:dispBlanksAs val="span"/>
  </c:chart>
  <c:spPr>
    <a:solidFill>
      <a:srgbClr val="13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2377440" cy="2377440"/>
          </a:xfrm>
          <a:prstGeom prst="ellipse">
            <a:avLst/>
          </a:prstGeom>
          <a:solidFill>
            <a:srgbClr val="06D6A0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NYX CORE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spreadsheet analysis with autonomous AI agents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understand financial data like a senior analyst.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Is Stuck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Spreadsheet Era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657600" cy="123444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Manual Work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468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80% of their time on data gathering and formatting, not analysis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965960"/>
            <a:ext cx="3657600" cy="123444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96596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Turnaround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2468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 take days to compile; decisions are made on stale data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3383280"/>
            <a:ext cx="3657600" cy="123444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38328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$150K+ Per Analyst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08760" y="3886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financial analysts cost $150K-$250K/year yet perform repetitive tasks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383280"/>
            <a:ext cx="3657600" cy="123444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38328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Process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32120" y="3886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models have a 90% error rate in complex workbooks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 for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840480" cy="283464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NYX Core 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7889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financial data sources — ERP, banking, spreadsheets, or APIs.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autonomously analyze, reconcile, and generate insights.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analyst-grade reports, forecasts, and anomaly alerts in minutes.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1920240"/>
            <a:ext cx="3474720" cy="8229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92024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031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Analysis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71500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process financial data end-to-end without human intervention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37760" y="2880360"/>
            <a:ext cx="3474720" cy="8229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37760" y="288036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0632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1500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715000" y="3264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with instant alerts on anomalies and trends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937760" y="3840480"/>
            <a:ext cx="3474720" cy="8229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84048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0233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715000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compliant, encrypted data, role-based access controls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Features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423160" cy="150876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562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377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Data Ingestion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Auto-parse financial statements, CSV, Excel, PDFs, and API feeds into structured data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0" y="1600200"/>
            <a:ext cx="2423160" cy="150876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783080"/>
            <a:ext cx="502920" cy="50292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8562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377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Engine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performs ratio analysis, trend detection, and scenario modeling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1600200"/>
            <a:ext cx="2423160" cy="150876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85623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377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Dashboards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5508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dashboards with drill-down capabilities and custom KPIs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31520" y="3291840"/>
            <a:ext cx="2423160" cy="150876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60120" y="3474720"/>
            <a:ext cx="502920" cy="50292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54787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4069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60120" y="4343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revenue, expense, and cash flow forecasting with confidence intervals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429000" y="3291840"/>
            <a:ext cx="2423160" cy="150876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0" y="3474720"/>
            <a:ext cx="502920" cy="50292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354787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69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657600" y="4343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fraud detection and variance analysis that flags issues before they escalate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126480" y="3291840"/>
            <a:ext cx="2423160" cy="150876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55080" y="3474720"/>
            <a:ext cx="502920" cy="50292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547872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55080" y="4069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Reports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355080" y="4343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financial reports, investor updates, and compliance documents in minutes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$45B+ Market Ready for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Disruption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286000"/>
            <a:ext cx="2194560" cy="219456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30540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36027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Financial Analytics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 Software Market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2468880"/>
            <a:ext cx="1828800" cy="1828800"/>
          </a:xfrm>
          <a:prstGeom prst="ellipse">
            <a:avLst/>
          </a:prstGeom>
          <a:solidFill>
            <a:srgbClr val="22D3EE">
              <a:alpha val="2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Solutions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2651760"/>
            <a:ext cx="1463040" cy="1463040"/>
          </a:xfrm>
          <a:prstGeom prst="ellipse">
            <a:avLst/>
          </a:prstGeom>
          <a:solidFill>
            <a:srgbClr val="06D6A0">
              <a:alpha val="20000"/>
            </a:srgbClr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1638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52160" y="35295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&amp; Enterprise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FinAI Platforms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growing at </a:t>
            </a:r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 CAGR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Driven by AI adoption in financial services, regulatory complexity, and demand for real-time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Revenue with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AI Add-Ons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514600" cy="29260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2514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$499/mo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21488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 connections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AI analysis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dashboards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0240"/>
            <a:ext cx="2514600" cy="29260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920240"/>
            <a:ext cx="2514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$1,999/mo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0332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 users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3246120"/>
            <a:ext cx="21488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3832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connections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agents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2514600" cy="29260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920240"/>
            <a:ext cx="25146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2468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9224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3246120"/>
            <a:ext cx="21488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3832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infrastructure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models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&amp; SSO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Momentum Proves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828800" cy="164592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1828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YoY growth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1920240"/>
            <a:ext cx="1828800" cy="164592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92024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92608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Fortune 500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1828800" cy="164592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920240"/>
            <a:ext cx="18288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8348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130%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920240"/>
            <a:ext cx="1828800" cy="164592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92024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12min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Report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4.5 days manual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31520" y="3794760"/>
          <a:ext cx="768096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Architecture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22585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 |  Reports  |  Alerts  |  API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697480"/>
            <a:ext cx="7680960" cy="6400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697480"/>
            <a:ext cx="54864" cy="64008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8346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30358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  |  Agent Routing  |  Memory  |  Reasoning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474720"/>
            <a:ext cx="54864" cy="64008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118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00200" y="38130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Analysis  |  Forecasting  |  Anomaly Detection  |  NLP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251960"/>
            <a:ext cx="54864" cy="64008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38912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600200" y="4590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 |  ETL Pipeline  |  Data Lake  |  Encryption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487168"/>
            <a:ext cx="228600" cy="228600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264408"/>
            <a:ext cx="228600" cy="228600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041648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NYX Core Wins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4572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17373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NYX 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1737360" cy="4572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BI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1737360" cy="4572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Excel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256032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01168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121408"/>
            <a:ext cx="274320" cy="2743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29200" y="201168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66560" y="201168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1520" y="2514600"/>
            <a:ext cx="256032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91840" y="251460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624328"/>
            <a:ext cx="274320" cy="2743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029200" y="251460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766560" y="251460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31520" y="3017520"/>
            <a:ext cx="256032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1" name="Text 27"/>
          <p:cNvSpPr/>
          <p:nvPr/>
        </p:nvSpPr>
        <p:spPr>
          <a:xfrm>
            <a:off x="73152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291840" y="301752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127248"/>
            <a:ext cx="274320" cy="27432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5029200" y="301752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5" name="Text 30"/>
          <p:cNvSpPr/>
          <p:nvPr/>
        </p:nvSpPr>
        <p:spPr>
          <a:xfrm>
            <a:off x="502920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6766560" y="301752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7" name="Text 32"/>
          <p:cNvSpPr/>
          <p:nvPr/>
        </p:nvSpPr>
        <p:spPr>
          <a:xfrm>
            <a:off x="676656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731520" y="3520440"/>
            <a:ext cx="256032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9" name="Text 34"/>
          <p:cNvSpPr/>
          <p:nvPr/>
        </p:nvSpPr>
        <p:spPr>
          <a:xfrm>
            <a:off x="73152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Reports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3291840" y="352044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630168"/>
            <a:ext cx="274320" cy="27432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5029200" y="352044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43" name="Text 37"/>
          <p:cNvSpPr/>
          <p:nvPr/>
        </p:nvSpPr>
        <p:spPr>
          <a:xfrm>
            <a:off x="5029200" y="3520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6766560" y="352044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45" name="Text 39"/>
          <p:cNvSpPr/>
          <p:nvPr/>
        </p:nvSpPr>
        <p:spPr>
          <a:xfrm>
            <a:off x="6766560" y="3520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0"/>
          <p:cNvSpPr/>
          <p:nvPr/>
        </p:nvSpPr>
        <p:spPr>
          <a:xfrm>
            <a:off x="731520" y="4023360"/>
            <a:ext cx="256032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47" name="Text 41"/>
          <p:cNvSpPr/>
          <p:nvPr/>
        </p:nvSpPr>
        <p:spPr>
          <a:xfrm>
            <a:off x="73152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3291840" y="402336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4133088"/>
            <a:ext cx="274320" cy="274320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5029200" y="402336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51" name="Text 44"/>
          <p:cNvSpPr/>
          <p:nvPr/>
        </p:nvSpPr>
        <p:spPr>
          <a:xfrm>
            <a:off x="502920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Shape 45"/>
          <p:cNvSpPr/>
          <p:nvPr/>
        </p:nvSpPr>
        <p:spPr>
          <a:xfrm>
            <a:off x="6766560" y="4023360"/>
            <a:ext cx="173736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53" name="Text 46"/>
          <p:cNvSpPr/>
          <p:nvPr/>
        </p:nvSpPr>
        <p:spPr>
          <a:xfrm>
            <a:off x="676656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47"/>
          <p:cNvSpPr/>
          <p:nvPr/>
        </p:nvSpPr>
        <p:spPr>
          <a:xfrm>
            <a:off x="731520" y="4526280"/>
            <a:ext cx="256032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55" name="Text 48"/>
          <p:cNvSpPr/>
          <p:nvPr/>
        </p:nvSpPr>
        <p:spPr>
          <a:xfrm>
            <a:off x="731520" y="4526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3291840" y="452628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57" name="Text 50"/>
          <p:cNvSpPr/>
          <p:nvPr/>
        </p:nvSpPr>
        <p:spPr>
          <a:xfrm>
            <a:off x="3291840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000" dirty="0"/>
          </a:p>
        </p:txBody>
      </p:sp>
      <p:sp>
        <p:nvSpPr>
          <p:cNvPr id="58" name="Shape 51"/>
          <p:cNvSpPr/>
          <p:nvPr/>
        </p:nvSpPr>
        <p:spPr>
          <a:xfrm>
            <a:off x="5029200" y="452628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59" name="Text 52"/>
          <p:cNvSpPr/>
          <p:nvPr/>
        </p:nvSpPr>
        <p:spPr>
          <a:xfrm>
            <a:off x="5029200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6766560" y="4526280"/>
            <a:ext cx="173736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61" name="Text 54"/>
          <p:cNvSpPr/>
          <p:nvPr/>
        </p:nvSpPr>
        <p:spPr>
          <a:xfrm>
            <a:off x="6766560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18-24 Month Execution Plan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691640"/>
            <a:ext cx="274320" cy="2743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86000"/>
            <a:ext cx="1828800" cy="24688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8600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1560" y="3063240"/>
            <a:ext cx="1554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dashboards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691640"/>
            <a:ext cx="274320" cy="274320"/>
          </a:xfrm>
          <a:prstGeom prst="ellipse">
            <a:avLst/>
          </a:prstGeom>
          <a:solidFill>
            <a:srgbClr val="06D6A0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2286000"/>
            <a:ext cx="1828800" cy="24688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71800" y="2286000"/>
            <a:ext cx="1828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2026-Q1 2027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3063240"/>
            <a:ext cx="1554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forecasting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query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data sources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691640"/>
            <a:ext cx="274320" cy="274320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286000"/>
            <a:ext cx="1828800" cy="24688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286000"/>
            <a:ext cx="18288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 2027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66360" y="3063240"/>
            <a:ext cx="1554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training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1691640"/>
            <a:ext cx="274320" cy="27432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2286000"/>
            <a:ext cx="1828800" cy="24688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86600" y="22860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23760" y="3063240"/>
            <a:ext cx="155448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verticals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launch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readiness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Finance &amp; AI Experts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828800" cy="26974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828800"/>
            <a:ext cx="731520" cy="73152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Co-Founder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1089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executive with 15+ years at Goldman Sachs and JP Morgan. Led fintech product teams scaling to $100M+ ARR.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88920" y="1600200"/>
            <a:ext cx="1828800" cy="26974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828800"/>
            <a:ext cx="731520" cy="73152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659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Co-Founder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26080" y="31089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ML lead at Google DeepMind. PhD in Machine Learning. Built AI systems processing $1B+ in financial data.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46320" y="1600200"/>
            <a:ext cx="1828800" cy="26974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94960" y="1828800"/>
            <a:ext cx="731520" cy="73152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659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Engineering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983480" y="31089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Ex-Stripe engineering director. Scaled infrastructure serving 10M+ API calls/day. Expert in cloud-native architecture.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903720" y="1600200"/>
            <a:ext cx="1828800" cy="26974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52360" y="1828800"/>
            <a:ext cx="731520" cy="73152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9659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040880" y="31089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Bloomberg product lead. 10+ years designing financial analytics tools for institutional clients.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7" name="Text 21"/>
          <p:cNvSpPr/>
          <p:nvPr/>
        </p:nvSpPr>
        <p:spPr>
          <a:xfrm>
            <a:off x="10058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 includes former CFOs from 3 Fortune 100 companies and 2 leading AI researchers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6D6A0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A: $15M to Scale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 Globally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11480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 R&amp;D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0" y="2057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651760"/>
            <a:ext cx="411480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65176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4320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931920" y="2697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31520" y="3291840"/>
            <a:ext cx="411480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3291840"/>
            <a:ext cx="54864" cy="5029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832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Infra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931920" y="3337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31520" y="3931920"/>
            <a:ext cx="4114800" cy="5029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39319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2336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/ Reserve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93192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303520" y="2011680"/>
            <a:ext cx="3108960" cy="246888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5321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Targets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532120" y="2514600"/>
            <a:ext cx="26517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670048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5216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 ARR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94944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10896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852160" y="3090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94944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</a:t>
            </a:r>
            <a:endParaRPr lang="en-US" sz="10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547872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85216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949440" y="3529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verticals</a:t>
            </a:r>
            <a:endParaRPr lang="en-US" sz="10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3986784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85216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Regions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6949440" y="3968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4636008"/>
            <a:ext cx="292608" cy="29260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417320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NYX CORE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nyx-core.ai   |   invest@nyx-core.ai   |   Let's build the future of financial intelligence.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NYX Core — FinAI: AI-Powered Financial Intelligence</dc:title>
  <dc:subject>PptxGenJS Presentation</dc:subject>
  <dc:creator>NYX Core</dc:creator>
  <cp:lastModifiedBy>NYX Core</cp:lastModifiedBy>
  <cp:revision>1</cp:revision>
  <dcterms:created xsi:type="dcterms:W3CDTF">2026-04-08T19:16:14Z</dcterms:created>
  <dcterms:modified xsi:type="dcterms:W3CDTF">2026-04-08T19:16:14Z</dcterms:modified>
</cp:coreProperties>
</file>